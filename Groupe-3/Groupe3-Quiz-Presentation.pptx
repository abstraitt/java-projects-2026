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quiz en ligne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mode temps réel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3 — Programmation Java, Session normale Summer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23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Monkam Kevin Duran — ICTU20241801   ·   Nassourou Ali — ICTU20251264   ·   Emoune Massoma Éric Joyce — ICTU20251298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application permettant à un enseignant de créer des quiz, et à des étudiants d'y répondre en direct, avec calcul automatique des scores et classement en temps réel.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le quiz, ajoute et gère les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31089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aux questions en direct, dans le temps imparti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31089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classement trié, export des résultats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types de questions : choix multiples, vrai/faux, réponse courte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modification et suppression des questions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des questions défini ou aléatoire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limite configurable par question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score selon les points attribués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trié par score décroissant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résultats au format CSV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technique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7373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parallèles : énoncés, types, choix, bonnes réponses,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7889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des questions, construction de l'ordre, tri du classement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840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réponses, vérification du temps, type de question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92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8920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dédiée par tâche : ajout, session, classement, export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 temps réel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2F5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fixe un temps limite par question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2F5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chronomètre démarre à l'affichage de la question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2F5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donnée après le délai vaut 0 point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2F5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20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et le classement se mettent à jour à chaque session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du projet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9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fonctionnalités demandées sont implémentées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9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testé avec un jeu de questions d'exemple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900" dirty="0">
                <a:solidFill>
                  <a:srgbClr val="D7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déposé sur GitHub (dossier Groupe-3)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2026-09-29T09:03:51Z</dcterms:created>
  <dcterms:modified xsi:type="dcterms:W3CDTF">2026-09-29T09:03:51Z</dcterms:modified>
</cp:coreProperties>
</file>