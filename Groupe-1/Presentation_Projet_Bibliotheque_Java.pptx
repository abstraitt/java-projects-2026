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4206240" cy="365760"/>
          </a:xfrm>
          <a:prstGeom prst="rect">
            <a:avLst/>
          </a:prstGeom>
          <a:solidFill>
            <a:srgbClr val="1E6CB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UNIVERSITY  •  GROUPE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d'une bibliothèque universitaire en Java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06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KAGHO Marie Edgard et ADAMOU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Professeur 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ATANGANA Guy Martial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programme de gestion de bibliothèque universitaire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bibliothèque universitaire gère livres, revues, mémoires et thèses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outil, le suivi des emprunts, retours et retards est lent et source d'erreurs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en Java un programme console qui automatise la gestion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documents, adhérents, emprunts, retours et réservations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automatiquement les pénalités de retard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: gère le catalogue et suit les emprunts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Adhérent (étudiant ou enseignant) : consulte, recherche, emprunte, réserve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Java  •  Groupe 1  •  KAGHO Marie Edgard et ADAMOU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réalisées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espaces et des règles de gestion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Administrateur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Ajouter, modifier, supprimer, consulter les documents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un retour avec calcul de la pénalité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des emprunts en cours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des retards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Adhérent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le catalogue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par titre, auteur ou catégorie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Emprunter un ouvrage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un ouvrage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son historique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gestion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: 14 jours (étudiant), 30 jours (enseignant)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: 500 FCFA par jour de retard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seulement si le stock est à 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Java  •  Groupe 1  •  KAGHO Marie Edgard et ADAMOU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énumérations, trois classes et trois listes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Énumérations et classes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TypeDoc : livre, revue, mémoire, thèse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TypeAdherent : étudiant, enseignant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: id, titre, auteur, type, stock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Adherent : id, nom, prénom, type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: emprunt ou réservation, avec ses dates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5074920"/>
            <a:ext cx="4846320" cy="10058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TypeDoc { LIVRE, REVUE,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MEMOIRE, THESE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TypeAdherent { ETUDIANT,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ENSEIGNANT 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9659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en mémoire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listes ArrayList : catalogue, adherents, transactions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données de départ : 12 documents et 2 adhérents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 en boucle, qui aiguille vers menuAdmin ou menuAdherent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5257800"/>
            <a:ext cx="484632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final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List&lt;Transaction&gt; transactions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ArrayList&lt;&gt;();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Java  •  Groupe 1  •  KAGHO Marie Edgard et ADAMOU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GESTION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Emprunt, retour et réservation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trois opérations et leur effet sur le stock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Emprunt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doit exister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supérieur à 0, sinon on propose la réservation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diminué de 1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prévu : date du jour + 14 ou 30 jours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Retour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la date de retour réelle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augmenté de 1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retard : jours de retard x 500 FCFA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: « Document rendu à temps 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Réservation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quand le stock est à 0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stock n'est pas modifié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Enregistrée dans l'historique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Exclue des emprunts en cours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Java  •  Groupe 1  •  KAGHO Marie Edgard et ADAMOU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des pénalités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 et ChronoUnit pour mesurer le retard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prévue = date d'emprunt + durée de prêt (plusDays)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isAfter() détecte un retard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ChronoUnit.DAYS.between() donne le nombre de jours de retard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Pénalité = jours de retard x PENALITE_PAR_JOUR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L'administrateur saisit les jours écoulés pour simuler un retour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24 jours écoulés pour un étudiant, soit 10 jours de retard et 5000 FCFA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343400"/>
            <a:ext cx="4846320" cy="173736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(t.dateRetourReelle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.isAfter(t.dateRetourPrevue))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joursRetard = ChronoUnit.DAYS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.between(t.dateRetourPrevue,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t.dateRetourReelle);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amende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joursRetard * PENALITE_PAR_JOUR;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Java  •  Groupe 1  •  KAGHO Marie Edgard et ADAMOU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et rapports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des listes avec conditions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754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multi-critères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Mot-clé comparé au titre, à l'auteur et à la catégorie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Minuscules pour ignorer la casse, contains() pour un mot partiel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si aucun résultat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709160"/>
            <a:ext cx="4846320" cy="13716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(doc.titre.toLowerCase()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.contains(q)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|| doc.auteur.toLowerCase()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.contains(q)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|| doc.type.toString()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.toLowerCase().contains(q))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9659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et historique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Emprunts en cours : ni réservation, ni date de retour réelle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Retards : en cours et date prévue dépassée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: réservation, en cours ou rendu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5074920"/>
            <a:ext cx="4846320" cy="10058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50800" tIns="101600" rIns="1016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(!t.estReserve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&amp;&amp; t.dateRetourReelle ==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&amp;&amp; aujourdHui.isAfter(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t.dateRetourPrevue))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Java  •  Groupe 1  •  KAGHO Marie Edgard et ADAMOU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et résultats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compilé et exécuté avec le JDK 21 : 10 scénarios conformes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Emprunts et réservations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 du livre 101 : stock de 3 à 2, retour prévu dans 14 jours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Emprunt de la thèse 104 (stock 0) : refusé, réservation proposée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de la thèse 104 : enregistrée, stock inchangé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et pénalités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Étudiant, 24 jours écoulés : 10 jours de retard, 5000 FCFA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Enseignante, 20 jours écoulés : rendu à temps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des retards sans emprunt en cours : aucun retard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783080"/>
            <a:ext cx="3383280" cy="4480560"/>
          </a:xfrm>
          <a:prstGeom prst="roundRect">
            <a:avLst>
              <a:gd name="adj" fmla="val 3243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965960"/>
            <a:ext cx="2926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et catalogue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« java » : un résultat, « Algorithmique et Java »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: emprunt rendu et réservation affichés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puis suppression d'un document : catalogue revenu à 12 documents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Java  •  Groupe 1  •  KAGHO Marie Edgard et ADAMOU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et solutions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corrigés pendant le développement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toujours en retard : date de retour fixée en dur à + 24 jours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Plantage et saisies sautées en mélangeant nextInt() et nextLine()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vide efectuarTransaction() restée dans le code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qui modifiait le stock et comptait comme emprunt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jours écoulés saisi par l'administrateur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lireInt() : ligne complète, conversion, nouvelle demande si erreur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supprimée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sans effet sur le stock et exclue des rapports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: ID existant, type valide, adhérent inexistant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Java  •  Groupe 1  •  KAGHO Marie Edgard et ADAMOU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perspectives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26187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pourrait être amélioré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en mémoire : perdues à la fermeture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Adhérents fixés au démarrage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quota d'emprunts ni de blocage en cas de pénalités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mot de passe administrateur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EEF3F9"/>
          </a:solidFill>
          <a:ln w="12700">
            <a:solidFill>
              <a:srgbClr val="EEF3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965960"/>
            <a:ext cx="47548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F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dans un fichier ou une base de données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adhérents dans le menu administrateur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d'emprunts et file d'attente des réservations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en couches et tests unitaires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Java  •  Groupe 1  •  KAGHO Marie Edgard et ADAMOU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69848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KAGHO Marie Edgard  •  ADAMOU  •  Groupe 1  •  Professeur : M. ATANGANA Guy Martial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Java – Gestion de bibliothèque universitaire – Groupe 1</dc:title>
  <dc:subject>PptxGenJS Presentation</dc:subject>
  <dc:creator>PptxGenJS</dc:creator>
  <cp:lastModifiedBy>PptxGenJS</cp:lastModifiedBy>
  <cp:revision>1</cp:revision>
  <dcterms:created xsi:type="dcterms:W3CDTF">2026-10-01T07:07:23Z</dcterms:created>
  <dcterms:modified xsi:type="dcterms:W3CDTF">2026-10-01T07:07:23Z</dcterms:modified>
</cp:coreProperties>
</file>